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J0T9XK3pFCP8WBeT0ecBDs+hr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customschemas.google.com/relationships/presentationmetadata" Target="meta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71c149e6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71c149e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719debb59_2_12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6719debb59_2_12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6719debb59_2_1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6719debb59_2_1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6719debb59_2_12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6719debb59_2_12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6719debb59_2_12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6719debb59_2_13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6719debb59_2_1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6719debb59_2_1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6719debb59_2_137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6719debb59_2_13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719debb59_2_14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6719debb59_2_14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6719debb59_2_1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6719debb59_2_1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6719debb59_2_143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6719debb59_2_143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6719debb59_2_14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6719debb59_2_15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6719debb59_2_15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6719debb59_2_1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6719debb59_2_1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6719debb59_2_151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6719debb59_2_151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6719debb59_2_151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6719debb59_2_15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6719debb59_2_16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6719debb59_2_16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6719debb59_2_1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6719debb59_2_1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6719debb59_2_160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6719debb59_2_16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6719debb59_2_16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6719debb59_2_16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6719debb59_2_1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6719debb59_2_1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6719debb59_2_16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6719debb59_2_16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6719debb59_2_16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6719debb59_2_17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6719debb59_2_1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6719debb59_2_17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6719debb59_2_175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6719debb59_2_17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719debb59_2_18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6719debb59_2_18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6719debb59_2_1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6719debb59_2_1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6719debb59_2_181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6719debb59_2_181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6719debb59_2_181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6719debb59_2_18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19debb59_2_19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6719debb59_2_19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6719debb59_2_193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6719debb59_2_19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6719debb59_2_19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6719debb59_2_193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6719debb59_2_193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6719debb59_2_19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719debb59_2_20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719debb59_2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6719debb59_2_1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6719debb59_2_12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Bodega Central para insumos y alimentos no perecibles</a:t>
            </a: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4121026" y="1710819"/>
            <a:ext cx="7633494" cy="2855050"/>
            <a:chOff x="0" y="0"/>
            <a:chExt cx="7633494" cy="2855050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Elgueta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Avello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la empresa opera con procesos manuales y desorganizados para la gestión del inventario, lo que genera demoras en la atención de solicitudes de productos, pérdida de insumos por falta de control y una baja productividad general.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desarrollará una plataforma web centralizada e intuitiva para la gestión de solicitudes, accesible desde múltiples dispositivos. Esta solución incluirá la automatización del registro de stock y la generación y seguimiento de solicitudes de pedido, además de reportes visuales.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" y="101266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136188" y="334505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6" y="167876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enfocada en la gestión de solicitudes de pedido en un entorno de bodega central en una cadena de minimarket, permitiendo la creación, seguimiento y control eficiente de solicitudes.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5" y="4152428"/>
            <a:ext cx="10962968" cy="249802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gestión de solicitudes de pedido, logrando en un plazo de 6 meses que el 95% de las solicitudes sean generadas, enviadas y gestionadas correctamente a través del sistema, reduciendo errores manuales.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el control y seguimiento del inventario en la bodega central, logrando en 6 meses, que el sistema registre correctamente el 96% de ingresos de stock, reduciendo inconsistencias y pérdidas de productos.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los tiempos de revisión de inventario gracias a la automatización de procesos, disminuyendo el tiempo actual de los procesos en un 60% en el sexto mes de funcionamiento.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5921450" y="2518725"/>
            <a:ext cx="48114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Integración con sistemas ERP o ERP externos ya existentes.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Gestión de rutas de entrega y logística de transporte.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Módulo de facturación o cobranza.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Aplicación móvil nativa (solo web responsive).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90975" y="2474525"/>
            <a:ext cx="5057100" cy="3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Aplicativo Web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Funcionalidades Principales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Gestión de solicitudes, movimientos, bodegas, productos, inventario y sistema de permisos 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Arquitectura Técnica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Frontend Angular + Backend FastAPI + PostgreSQL </a:t>
            </a:r>
            <a:r>
              <a:rPr b="1"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Características de Seguridad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Autenticación JWT, roles granulares, validaciones de negocio Reportes y Auditoría: pre-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generación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reportes, dashboard, métricas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0" y="1574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6"/>
          <p:cNvSpPr txBox="1"/>
          <p:nvPr/>
        </p:nvSpPr>
        <p:spPr>
          <a:xfrm>
            <a:off x="500885" y="2576742"/>
            <a:ext cx="1119022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poder abordar el problema identificado, se utilizará la metodología ágil Scrum, dividiendo el desarrollo en diferentes sprints que permiten avanzar de forma constante y ordenada. Cada integrante del equipo tendrá funciones ya definidas como Scrum Master, Product Owner y desarrolladores, los cuales estarán encargados de planificar, desarrollar, probar y mejorar el sistema en ciclos continuos. Esta metodología facilita una entrega funcional y validada del sistema dentro del plazo de 17 semanas.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5917495" y="1154280"/>
            <a:ext cx="570931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598" y="777795"/>
            <a:ext cx="4334501" cy="6015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59" name="Google Shape;159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7858" y="2474368"/>
            <a:ext cx="8149704" cy="396993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49835" y="539387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a captura de pantalla de una computadora&#10;&#10;El contenido generado por IA puede ser incorrecto." id="169" name="Google Shape;1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8385" y="1153740"/>
            <a:ext cx="8934470" cy="53834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100" y="2627325"/>
            <a:ext cx="1603350" cy="16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950" y="2753600"/>
            <a:ext cx="4085624" cy="1473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0" title="docker-copy-3135ce60d0-512x5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1875" y="2341538"/>
            <a:ext cx="2227100" cy="21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 title="77776-postgresql_logo-555p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09275" y="2293552"/>
            <a:ext cx="2153250" cy="23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71c149e64_0_0"/>
          <p:cNvSpPr txBox="1"/>
          <p:nvPr>
            <p:ph type="ctrTitle"/>
          </p:nvPr>
        </p:nvSpPr>
        <p:spPr>
          <a:xfrm>
            <a:off x="2797225" y="1322842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100"/>
              <a:t>Diagrama de flujo principal</a:t>
            </a:r>
            <a:endParaRPr sz="4100"/>
          </a:p>
        </p:txBody>
      </p:sp>
      <p:pic>
        <p:nvPicPr>
          <p:cNvPr id="188" name="Google Shape;188;g3671c149e6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74525"/>
            <a:ext cx="10968648" cy="423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 txBox="1"/>
          <p:nvPr/>
        </p:nvSpPr>
        <p:spPr>
          <a:xfrm>
            <a:off x="1" y="153754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5043350" y="3582175"/>
            <a:ext cx="678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378650" y="2651300"/>
            <a:ext cx="91440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Inicialmente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se tuvieron problemas de 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coordinación </a:t>
            </a: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entre los miembros del equipo, pero finalmente remediando el punto ya se pudo comenzar a generar cumplimiento correctamente.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Entender el core principal del proyecto.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739375" y="2479675"/>
            <a:ext cx="105450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proyecto se completó exitosamente, implementando el 100% de los módulos planificados dentro del plazo establecido. Se logró una integración funcional de todas las áreas del sistema, cumpliendo con los objetivos propuestos y sin presentar inconvenientes durante su desarrollo.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