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embeddedFontLs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Raleway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9b1f1cee8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69b1f1cee8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e425c85c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g36e425c85c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6e425c85cd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g36e425c85cd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69b1f1cee8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g369b1f1cee8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69b1f1cee8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g369b1f1cee8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6e425c85cd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g36e425c85cd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972600" y="1763267"/>
            <a:ext cx="10251300" cy="202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72600" y="2771833"/>
            <a:ext cx="10251600" cy="301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972434" y="2771833"/>
            <a:ext cx="5032500" cy="301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6191471" y="2771833"/>
            <a:ext cx="5032500" cy="301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73333" y="1758200"/>
            <a:ext cx="4401300" cy="184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961633" y="3708967"/>
            <a:ext cx="4401300" cy="213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972600" y="1152400"/>
            <a:ext cx="9361500" cy="39801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973333" y="1758200"/>
            <a:ext cx="4401300" cy="2249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966600" y="4215367"/>
            <a:ext cx="4401300" cy="101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6898967" y="1803500"/>
            <a:ext cx="4499100" cy="4034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966600" y="5830068"/>
            <a:ext cx="10263300" cy="6141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972600" y="978600"/>
            <a:ext cx="10251300" cy="1659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972600" y="3030517"/>
            <a:ext cx="10251300" cy="2107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Bodega Central</a:t>
            </a:r>
            <a:r>
              <a:rPr lang="es-MX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14"/>
          <p:cNvGrpSpPr/>
          <p:nvPr/>
        </p:nvGrpSpPr>
        <p:grpSpPr>
          <a:xfrm>
            <a:off x="4121026" y="1710819"/>
            <a:ext cx="7633494" cy="2855050"/>
            <a:chOff x="0" y="0"/>
            <a:chExt cx="7633494" cy="2855050"/>
          </a:xfrm>
        </p:grpSpPr>
        <p:sp>
          <p:nvSpPr>
            <p:cNvPr id="94" name="Google Shape;94;p14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4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MX" sz="2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Felipe Elgueta</a:t>
              </a:r>
              <a:endParaRPr sz="2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914400" lvl="1" indent="-35560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MX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Scrum Master, Product Owner y desarrollador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name="adj" fmla="val 10000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4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4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MX" sz="2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Sebastián Avello</a:t>
              </a:r>
              <a:endParaRPr sz="2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914400" lvl="1" indent="-35560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MX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Scrum Master, Product Owner y desarrollador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name="adj" fmla="val 10000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" name="Google Shape;100;p1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“Bodega central”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1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-244029" y="79744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1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0" name="Google Shape;110;p15"/>
          <p:cNvSpPr/>
          <p:nvPr/>
        </p:nvSpPr>
        <p:spPr>
          <a:xfrm>
            <a:off x="614200" y="1722176"/>
            <a:ext cx="4348800" cy="4777200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93700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alibri"/>
              <a:buChar char="●"/>
            </a:pPr>
            <a:r>
              <a:rPr lang="es-MX" sz="2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Operación de procesos manuales y desorganizados </a:t>
            </a:r>
            <a:endParaRPr sz="26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93700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alibri"/>
              <a:buChar char="●"/>
            </a:pPr>
            <a:r>
              <a:rPr lang="es-MX" sz="2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Demoras en la atención de solicitudes</a:t>
            </a:r>
            <a:endParaRPr sz="26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93700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alibri"/>
              <a:buChar char="●"/>
            </a:pPr>
            <a:r>
              <a:rPr lang="es-MX" sz="2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Pérdidas de insumo y baja productividad</a:t>
            </a:r>
            <a:endParaRPr sz="2600" u="sng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6978150" y="1666425"/>
            <a:ext cx="4348800" cy="4777200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7350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Calibri"/>
              <a:buChar char="●"/>
            </a:pPr>
            <a:r>
              <a:rPr lang="es-MX" sz="25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centralizado que maneja:</a:t>
            </a:r>
            <a:endParaRPr sz="25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7350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Calibri"/>
              <a:buChar char="○"/>
            </a:pPr>
            <a:r>
              <a:rPr lang="es-MX" sz="25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Gestión de solicitudes</a:t>
            </a:r>
            <a:endParaRPr sz="25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7350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Calibri"/>
              <a:buChar char="○"/>
            </a:pPr>
            <a:r>
              <a:rPr lang="es-MX" sz="25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Automatización de registro</a:t>
            </a:r>
            <a:endParaRPr sz="25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7350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Calibri"/>
              <a:buChar char="○"/>
            </a:pPr>
            <a:r>
              <a:rPr lang="es-MX" sz="25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Control de stock</a:t>
            </a:r>
            <a:endParaRPr sz="25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7350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Calibri"/>
              <a:buChar char="○"/>
            </a:pPr>
            <a:r>
              <a:rPr lang="es-MX" sz="25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Seguimiento de solicitudes y reportes.</a:t>
            </a:r>
            <a:endParaRPr sz="25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“Bodega central”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animBg="1"/>
      <p:bldP spid="111" grpId="0" animBg="1"/>
      <p:bldP spid="1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1" y="23031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1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1" name="Google Shape;121;p16"/>
          <p:cNvSpPr txBox="1"/>
          <p:nvPr/>
        </p:nvSpPr>
        <p:spPr>
          <a:xfrm>
            <a:off x="136188" y="268427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614516" y="992892"/>
            <a:ext cx="10962900" cy="1575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Desarrollar una aplicación web enfocada en la gestión de solicitudes de pedido en un entorno de bodega central en una cadena de minimarket, permitiendo la creación, seguimiento y control eficiente de solicitudes.</a:t>
            </a:r>
            <a:endParaRPr sz="2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689050" y="3330775"/>
            <a:ext cx="10888500" cy="340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3365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s-MX" sz="24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Lograr que el 95% de las solicitudes de pedido se generen, envíen y gestionen correctamente en 6 meses, reduciendo errores manuales.</a:t>
            </a:r>
            <a:endParaRPr sz="24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365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s-MX" sz="24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Alcanzar un 96% de registros correctos de stock en la bodega central en 6 meses, minimizando pérdidas e inconsistencias.</a:t>
            </a:r>
            <a:endParaRPr sz="24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365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s-MX" sz="24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Disminuir en un 60% los tiempos de revisión de inventario mediante automatización, al sexto mes de funcionamiento.</a:t>
            </a:r>
            <a:endParaRPr sz="24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“Bodega central”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 animBg="1"/>
      <p:bldP spid="1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-2818699" y="92206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17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2" name="Google Shape;132;p17"/>
          <p:cNvSpPr txBox="1"/>
          <p:nvPr/>
        </p:nvSpPr>
        <p:spPr>
          <a:xfrm>
            <a:off x="2614463" y="92207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648150" y="1820250"/>
            <a:ext cx="5640600" cy="4202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alibri"/>
              <a:buChar char="●"/>
            </a:pPr>
            <a:r>
              <a:rPr lang="es-MX" sz="2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Interfaz accesible desde múltiples dispositivos</a:t>
            </a:r>
            <a:endParaRPr sz="26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alibri"/>
              <a:buChar char="●"/>
            </a:pPr>
            <a:r>
              <a:rPr lang="es-MX" sz="2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Control de acceso mediantes roles de usuarios</a:t>
            </a:r>
            <a:endParaRPr sz="26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alibri"/>
              <a:buChar char="●"/>
            </a:pPr>
            <a:r>
              <a:rPr lang="es-MX" sz="2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Desarrollo de una aplicación web </a:t>
            </a:r>
            <a:endParaRPr sz="26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alibri"/>
              <a:buChar char="●"/>
            </a:pPr>
            <a:r>
              <a:rPr lang="es-MX" sz="2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Mejorar los tiempos en los procesos de trabajo</a:t>
            </a:r>
            <a:endParaRPr sz="26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alibri"/>
              <a:buChar char="●"/>
            </a:pPr>
            <a:r>
              <a:rPr lang="es-MX" sz="2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Aumentar productividad</a:t>
            </a:r>
            <a:endParaRPr sz="26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6792025" y="1752425"/>
            <a:ext cx="5121600" cy="4202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Char char="●"/>
            </a:pPr>
            <a:r>
              <a:rPr lang="es-MX" sz="2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Integración con sistemas ERP o ERP externos ya existentes.</a:t>
            </a:r>
            <a:endParaRPr sz="27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Char char="●"/>
            </a:pPr>
            <a:r>
              <a:rPr lang="es-MX" sz="2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Gestión de rutas de entrega y logística de transporte.</a:t>
            </a:r>
            <a:endParaRPr sz="27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Char char="●"/>
            </a:pPr>
            <a:r>
              <a:rPr lang="es-MX" sz="2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Módulo de facturación o cobranza.</a:t>
            </a:r>
            <a:endParaRPr sz="27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Char char="●"/>
            </a:pPr>
            <a:r>
              <a:rPr lang="es-MX" sz="2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Aplicación móvil nativa (solo web responsive).</a:t>
            </a:r>
            <a:endParaRPr sz="2300">
              <a:solidFill>
                <a:schemeClr val="accent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“Bodega central”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 animBg="1"/>
      <p:bldP spid="1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8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-62900" y="77783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1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3" name="Google Shape;143;p18"/>
          <p:cNvSpPr txBox="1"/>
          <p:nvPr/>
        </p:nvSpPr>
        <p:spPr>
          <a:xfrm>
            <a:off x="500860" y="1758817"/>
            <a:ext cx="11190300" cy="3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Char char="●"/>
            </a:pPr>
            <a:r>
              <a:rPr lang="es-MX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Metodología Ágil Scrum</a:t>
            </a:r>
            <a:endParaRPr sz="36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Char char="●"/>
            </a:pPr>
            <a:r>
              <a:rPr lang="es-MX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Roles rotativos </a:t>
            </a:r>
            <a:endParaRPr sz="36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Char char="●"/>
            </a:pPr>
            <a:r>
              <a:rPr lang="es-MX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5 Sprint, 2 semanas c/u</a:t>
            </a:r>
            <a:endParaRPr sz="36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Char char="●"/>
            </a:pPr>
            <a:r>
              <a:rPr lang="es-MX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17 semanas</a:t>
            </a:r>
            <a:endParaRPr sz="36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“Bodega central”</a:t>
            </a:r>
            <a:endParaRPr/>
          </a:p>
        </p:txBody>
      </p:sp>
      <p:pic>
        <p:nvPicPr>
          <p:cNvPr id="145" name="Google Shape;14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4925" y="4345792"/>
            <a:ext cx="5827441" cy="1944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9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>
            <a:off x="2601725" y="1154275"/>
            <a:ext cx="90249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1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3" name="Google Shape;153;p19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“Bodega central”</a:t>
            </a:r>
            <a:endParaRPr/>
          </a:p>
        </p:txBody>
      </p:sp>
      <p:pic>
        <p:nvPicPr>
          <p:cNvPr id="154" name="Google Shape;15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438" y="2472000"/>
            <a:ext cx="11247526" cy="209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0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0"/>
          <p:cNvSpPr txBox="1"/>
          <p:nvPr/>
        </p:nvSpPr>
        <p:spPr>
          <a:xfrm>
            <a:off x="2601725" y="1154275"/>
            <a:ext cx="90249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20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2" name="Google Shape;162;p20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“Bodega central”</a:t>
            </a:r>
            <a:endParaRPr/>
          </a:p>
        </p:txBody>
      </p:sp>
      <p:pic>
        <p:nvPicPr>
          <p:cNvPr id="163" name="Google Shape;16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900" y="1954675"/>
            <a:ext cx="11534649" cy="3530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1"/>
          <p:cNvSpPr txBox="1"/>
          <p:nvPr/>
        </p:nvSpPr>
        <p:spPr>
          <a:xfrm>
            <a:off x="2601725" y="1154275"/>
            <a:ext cx="90249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21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1" name="Google Shape;171;p21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“Bodega central”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4DA8EB0-9B97-0694-2249-0181DE1C71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188" y="1954674"/>
            <a:ext cx="11933906" cy="35759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2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2"/>
          <p:cNvSpPr txBox="1"/>
          <p:nvPr/>
        </p:nvSpPr>
        <p:spPr>
          <a:xfrm>
            <a:off x="0" y="143265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9" name="Google Shape;179;p2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80" name="Google Shape;180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37858" y="2474368"/>
            <a:ext cx="8149704" cy="396993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2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“Bodega central”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3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81752" y="422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3"/>
          <p:cNvSpPr txBox="1"/>
          <p:nvPr/>
        </p:nvSpPr>
        <p:spPr>
          <a:xfrm>
            <a:off x="196810" y="-116913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188" name="Google Shape;188;p2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9" name="Google Shape;189;p23"/>
          <p:cNvSpPr txBox="1"/>
          <p:nvPr/>
        </p:nvSpPr>
        <p:spPr>
          <a:xfrm>
            <a:off x="-12" y="2167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“Bodega central”</a:t>
            </a:r>
            <a:endParaRPr/>
          </a:p>
        </p:txBody>
      </p:sp>
      <p:pic>
        <p:nvPicPr>
          <p:cNvPr id="190" name="Google Shape;190;p23" title="drawSQL-image-export-2025-06-1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5375" y="359474"/>
            <a:ext cx="10269261" cy="6498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4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/>
          <p:nvPr/>
        </p:nvSpPr>
        <p:spPr>
          <a:xfrm>
            <a:off x="0" y="786317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197" name="Google Shape;197;p2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8" name="Google Shape;198;p24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“Bodega central”</a:t>
            </a:r>
            <a:endParaRPr/>
          </a:p>
        </p:txBody>
      </p:sp>
      <p:pic>
        <p:nvPicPr>
          <p:cNvPr id="199" name="Google Shape;19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5100" y="2627325"/>
            <a:ext cx="1603350" cy="160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2950" y="2753600"/>
            <a:ext cx="4085624" cy="1473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4" title="docker-copy-3135ce60d0-512x50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81875" y="2341538"/>
            <a:ext cx="2227100" cy="217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4" title="77776-postgresql_logo-555px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509275" y="2293552"/>
            <a:ext cx="2153250" cy="239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5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5"/>
          <p:cNvSpPr txBox="1"/>
          <p:nvPr/>
        </p:nvSpPr>
        <p:spPr>
          <a:xfrm>
            <a:off x="-109875" y="-7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del flujo principal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p25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0" name="Google Shape;210;p25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“Bodega central”</a:t>
            </a:r>
            <a:endParaRPr/>
          </a:p>
        </p:txBody>
      </p:sp>
      <p:pic>
        <p:nvPicPr>
          <p:cNvPr id="211" name="Google Shape;21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25" y="1572449"/>
            <a:ext cx="12039601" cy="3810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6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6"/>
          <p:cNvSpPr txBox="1"/>
          <p:nvPr/>
        </p:nvSpPr>
        <p:spPr>
          <a:xfrm>
            <a:off x="0" y="-7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flujo principal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p26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9" name="Google Shape;219;p26"/>
          <p:cNvSpPr txBox="1"/>
          <p:nvPr/>
        </p:nvSpPr>
        <p:spPr>
          <a:xfrm>
            <a:off x="136188" y="3887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“Bodega central”</a:t>
            </a:r>
            <a:endParaRPr/>
          </a:p>
        </p:txBody>
      </p:sp>
      <p:pic>
        <p:nvPicPr>
          <p:cNvPr id="220" name="Google Shape;22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9750" y="869549"/>
            <a:ext cx="9915745" cy="598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7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7"/>
          <p:cNvSpPr txBox="1"/>
          <p:nvPr/>
        </p:nvSpPr>
        <p:spPr>
          <a:xfrm>
            <a:off x="1" y="1537548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  <p:sp>
        <p:nvSpPr>
          <p:cNvPr id="227" name="Google Shape;227;p27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“Bodega central”</a:t>
            </a:r>
            <a:endParaRPr/>
          </a:p>
        </p:txBody>
      </p:sp>
      <p:sp>
        <p:nvSpPr>
          <p:cNvPr id="228" name="Google Shape;228;p27"/>
          <p:cNvSpPr txBox="1"/>
          <p:nvPr/>
        </p:nvSpPr>
        <p:spPr>
          <a:xfrm>
            <a:off x="5043350" y="3582175"/>
            <a:ext cx="67872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9" name="Google Shape;229;p27"/>
          <p:cNvSpPr txBox="1"/>
          <p:nvPr/>
        </p:nvSpPr>
        <p:spPr>
          <a:xfrm>
            <a:off x="1378650" y="2651300"/>
            <a:ext cx="9144000" cy="19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Lato"/>
              <a:buChar char="●"/>
            </a:pPr>
            <a:r>
              <a:rPr lang="es-MX" sz="2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Falta de coordinación inicial entre los miembros del equipo</a:t>
            </a:r>
            <a:endParaRPr sz="2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Lato"/>
              <a:buChar char="●"/>
            </a:pPr>
            <a:r>
              <a:rPr lang="es-MX" sz="2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Comprensión de lenguaje de programación</a:t>
            </a:r>
            <a:endParaRPr sz="2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Lato"/>
              <a:buChar char="●"/>
            </a:pPr>
            <a:r>
              <a:rPr lang="es-MX" sz="2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Dificultades técnicas en la integración de módulos</a:t>
            </a:r>
            <a:endParaRPr sz="2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Lato"/>
              <a:buChar char="●"/>
            </a:pPr>
            <a:r>
              <a:rPr lang="es-MX" sz="2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Retrasos en la definición de requerimientos funcionales </a:t>
            </a:r>
            <a:endParaRPr sz="2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/>
      <p:bldP spid="2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8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8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  <p:sp>
        <p:nvSpPr>
          <p:cNvPr id="236" name="Google Shape;236;p28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“Bodega central”</a:t>
            </a:r>
            <a:endParaRPr/>
          </a:p>
        </p:txBody>
      </p:sp>
      <p:sp>
        <p:nvSpPr>
          <p:cNvPr id="237" name="Google Shape;237;p28"/>
          <p:cNvSpPr txBox="1"/>
          <p:nvPr/>
        </p:nvSpPr>
        <p:spPr>
          <a:xfrm>
            <a:off x="739375" y="2479675"/>
            <a:ext cx="10545000" cy="30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Lato"/>
              <a:buChar char="●"/>
            </a:pPr>
            <a:r>
              <a:rPr lang="es-MX" sz="2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El proyecto se completó exitosamente, implementando el 100% de los módulos planificados dentro del plazo establecido. </a:t>
            </a:r>
            <a:endParaRPr sz="2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Lato"/>
              <a:buChar char="●"/>
            </a:pPr>
            <a:r>
              <a:rPr lang="es-MX" sz="2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Se logró una integración funcional de todas las áreas del sistema, cumpliendo con los objetivos propuestos y sin presentar inconvenientes durante su desarrollo.</a:t>
            </a:r>
            <a:endParaRPr sz="2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9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9"/>
          <p:cNvSpPr txBox="1"/>
          <p:nvPr/>
        </p:nvSpPr>
        <p:spPr>
          <a:xfrm>
            <a:off x="1" y="855070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Módulos principales</a:t>
            </a:r>
            <a:endParaRPr/>
          </a:p>
        </p:txBody>
      </p:sp>
      <p:sp>
        <p:nvSpPr>
          <p:cNvPr id="244" name="Google Shape;244;p29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“Bodega central”</a:t>
            </a:r>
            <a:endParaRPr/>
          </a:p>
        </p:txBody>
      </p:sp>
      <p:sp>
        <p:nvSpPr>
          <p:cNvPr id="245" name="Google Shape;245;p29"/>
          <p:cNvSpPr txBox="1"/>
          <p:nvPr/>
        </p:nvSpPr>
        <p:spPr>
          <a:xfrm>
            <a:off x="739375" y="2479675"/>
            <a:ext cx="10545000" cy="30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46" name="Google Shape;24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575" y="2101400"/>
            <a:ext cx="11798850" cy="19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30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0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0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“Bodega central”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3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1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  <p:sp>
        <p:nvSpPr>
          <p:cNvPr id="260" name="Google Shape;260;p31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“Bodega central”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484</Words>
  <Application>Microsoft Office PowerPoint</Application>
  <PresentationFormat>Panorámica</PresentationFormat>
  <Paragraphs>84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Raleway</vt:lpstr>
      <vt:lpstr>Arial</vt:lpstr>
      <vt:lpstr>Calibri</vt:lpstr>
      <vt:lpstr>Lato</vt:lpstr>
      <vt:lpstr>Streamline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felipe elgueta parra</cp:lastModifiedBy>
  <cp:revision>1</cp:revision>
  <dcterms:modified xsi:type="dcterms:W3CDTF">2025-07-09T02:26:59Z</dcterms:modified>
</cp:coreProperties>
</file>